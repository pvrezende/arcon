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B6A26F-FA20-4A56-9266-9E9A4449C82F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1965E-0E7B-42C6-B9F9-93D5550259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2244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1965E-0E7B-42C6-B9F9-93D5550259B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845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9CEB3-DC3E-728D-8FD7-5AFBA73DF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7E3F99-E19B-A5AE-BE05-242EFB8ACA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05063F-4DC6-10FF-FE4D-38717AB31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99DE7-0A4F-40A6-87F3-E9B2C0AB6376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6A9DDD-9329-F86E-61DF-5EF4C1383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572AFE-1042-9624-2588-D71F94C3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734D-B333-4F92-B017-75EF9248B8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7342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5873C-434C-3EC0-86AA-D93A1645B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C9EE29-6B07-2C84-034E-4DD5AE1DD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17F913-DCA2-F6D7-901C-438E882D8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99DE7-0A4F-40A6-87F3-E9B2C0AB6376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CDCFBB-0A30-25D1-6F50-2AC27EAD0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C00D67-FF78-B10A-DE56-EE2CEE51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734D-B333-4F92-B017-75EF9248B8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7841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860A6-B715-9C53-9140-6CDD6EABE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E0D57E-1502-4D35-EC32-A3A07219E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B81703-4761-07EC-B984-DE61EE67C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99DE7-0A4F-40A6-87F3-E9B2C0AB6376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3C8170-4A79-166A-04B5-813191BCC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BEF2D5-4883-4598-650D-0E30FADA7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734D-B333-4F92-B017-75EF9248B8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170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BAB54-4680-ECC2-5CCB-23CDB94C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DE77F6-3863-09C6-AB45-18E24AC653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128D1A3-3AD1-DE3A-C0B3-208709F39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9B75CD-D32D-EA5A-01F4-BDBFB4EFC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99DE7-0A4F-40A6-87F3-E9B2C0AB6376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515166-1ADC-C8C4-91D0-CEB15A7E3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2AAAB6-CBE5-E54C-84DE-E380F6E26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734D-B333-4F92-B017-75EF9248B8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0241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CCE40-FD87-2041-9E19-F35ABF4CE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8C93EE-8CEF-8FDD-81F5-74942257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405BBF-3C5C-0C3F-0196-990BC5889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4C3A342-FFD4-216E-3EDD-2EF043AB9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0C8D4D-CCD1-F555-3407-C1BDB5540F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F58A92B-CEEE-6005-8C11-874C99148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99DE7-0A4F-40A6-87F3-E9B2C0AB6376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89C227F-28CE-45D7-5C19-BB42005FC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E480A4D-92DE-5504-BB0A-A24C8637F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734D-B333-4F92-B017-75EF9248B8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362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869CA-6AC0-AB98-66F1-64F7BB69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72C1B1D-E8DD-5CA2-BE81-EB734079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99DE7-0A4F-40A6-87F3-E9B2C0AB6376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95AD9E2-DC0C-B76D-97C9-FF7E92CAC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C0BEDEA-874A-E2E6-117E-44C08296B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734D-B333-4F92-B017-75EF9248B8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691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3153F9A-EB1C-7B16-E31B-E3CC54BF9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99DE7-0A4F-40A6-87F3-E9B2C0AB6376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DE21B85-9999-555E-E461-1564CE6D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3BD5D5-421C-08FE-2CCF-A6C9CF18F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734D-B333-4F92-B017-75EF9248B8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875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96042-D82E-D820-B17F-2EF377C73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BED21D-0385-3297-41F8-D2DEE2DBD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A6C52C-D83A-E9CD-1B61-96CBCC53C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FF2D26-7460-6774-617F-969550538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99DE7-0A4F-40A6-87F3-E9B2C0AB6376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D8AFF4-66B8-DAB1-1416-1FE2A5DB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944A84-F127-2435-B214-DF4C64D7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734D-B333-4F92-B017-75EF9248B8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865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9425B4-BB50-F4D6-6ED2-928A5D3B8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7C40D89-55C5-205A-289B-F24CDEDC6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A1B1A7-72B0-1E39-C086-7D4271C9D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20A78B-A576-0C29-4783-CCF457A0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99DE7-0A4F-40A6-87F3-E9B2C0AB6376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DD5120-ADA0-F618-95BD-49DA75544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D16842-99C4-6AF7-EE5A-3615EE90B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734D-B333-4F92-B017-75EF9248B8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798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C5B8E-0E84-C15E-0231-296487695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26A7E3-C6F7-EF89-48E2-25E742801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572A17-5E91-B03B-1240-0067220D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99DE7-0A4F-40A6-87F3-E9B2C0AB6376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CDBECD-FAC7-1710-4BEE-1A0F6F44A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312225-7B06-E945-FA25-B621BF803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734D-B333-4F92-B017-75EF9248B8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589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18F1EED-6B92-85CF-8A93-2117AE966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E18EAE-C161-3580-6F4A-A90CBEC53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18E275-D71D-B369-5125-DC5726CF8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99DE7-0A4F-40A6-87F3-E9B2C0AB6376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B3FDAE-2EEC-793E-1CEB-8FB6CE06B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BB332F-696F-16D4-BD8D-48F53604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734D-B333-4F92-B017-75EF9248B8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517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9B55361-6D6F-B8D0-C7BC-847D5109B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51AE3E-7F3D-5CD5-CA06-7EB71A1C8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ADA4D9-58EC-2F05-0D12-AE24D9B96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99DE7-0A4F-40A6-87F3-E9B2C0AB6376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0C937E-6013-BD6E-02EB-66D3566EB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97E75C-5AD9-1538-F11F-C61E8BA0D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0734D-B333-4F92-B017-75EF9248B8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45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m 44">
            <a:extLst>
              <a:ext uri="{FF2B5EF4-FFF2-40B4-BE49-F238E27FC236}">
                <a16:creationId xmlns:a16="http://schemas.microsoft.com/office/drawing/2014/main" id="{DFDE2337-76F1-C1CD-433D-2C4F81027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000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4BD40-840A-DCE4-79F7-019E90819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9601CEA-8949-4273-9772-2EA3FCAAACBA}"/>
              </a:ext>
            </a:extLst>
          </p:cNvPr>
          <p:cNvSpPr/>
          <p:nvPr/>
        </p:nvSpPr>
        <p:spPr>
          <a:xfrm>
            <a:off x="554634" y="2559572"/>
            <a:ext cx="1618940" cy="8694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Front-</a:t>
            </a:r>
            <a:r>
              <a:rPr lang="pt-BR" dirty="0" err="1"/>
              <a:t>end</a:t>
            </a:r>
            <a:endParaRPr lang="pt-BR" dirty="0"/>
          </a:p>
          <a:p>
            <a:pPr algn="ctr"/>
            <a:r>
              <a:rPr lang="pt-BR" dirty="0" err="1"/>
              <a:t>React</a:t>
            </a:r>
            <a:r>
              <a:rPr lang="pt-BR" dirty="0"/>
              <a:t> </a:t>
            </a:r>
            <a:r>
              <a:rPr lang="pt-BR" dirty="0" err="1"/>
              <a:t>Native</a:t>
            </a:r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66174A4-8760-E4F8-AE4E-6300EA92B178}"/>
              </a:ext>
            </a:extLst>
          </p:cNvPr>
          <p:cNvSpPr/>
          <p:nvPr/>
        </p:nvSpPr>
        <p:spPr>
          <a:xfrm>
            <a:off x="3717560" y="2559572"/>
            <a:ext cx="1484027" cy="8694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Back-</a:t>
            </a:r>
            <a:r>
              <a:rPr lang="pt-BR" dirty="0" err="1"/>
              <a:t>end</a:t>
            </a:r>
            <a:endParaRPr lang="pt-BR" dirty="0"/>
          </a:p>
          <a:p>
            <a:pPr algn="ctr"/>
            <a:r>
              <a:rPr lang="pt-BR" dirty="0"/>
              <a:t>Python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CB5A19-3FBC-334D-B6C3-E0E333CBAF8E}"/>
              </a:ext>
            </a:extLst>
          </p:cNvPr>
          <p:cNvCxnSpPr>
            <a:cxnSpLocks/>
          </p:cNvCxnSpPr>
          <p:nvPr/>
        </p:nvCxnSpPr>
        <p:spPr>
          <a:xfrm flipH="1">
            <a:off x="1154243" y="1633929"/>
            <a:ext cx="622090" cy="644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06326B6-275A-FD5E-C30F-1BDB2BF5F006}"/>
              </a:ext>
            </a:extLst>
          </p:cNvPr>
          <p:cNvCxnSpPr>
            <a:cxnSpLocks/>
          </p:cNvCxnSpPr>
          <p:nvPr/>
        </p:nvCxnSpPr>
        <p:spPr>
          <a:xfrm>
            <a:off x="3662596" y="1497144"/>
            <a:ext cx="589613" cy="644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4F92F290-236D-FBFD-5957-1D7DADBBACFA}"/>
              </a:ext>
            </a:extLst>
          </p:cNvPr>
          <p:cNvCxnSpPr>
            <a:cxnSpLocks/>
          </p:cNvCxnSpPr>
          <p:nvPr/>
        </p:nvCxnSpPr>
        <p:spPr>
          <a:xfrm>
            <a:off x="2463382" y="2991163"/>
            <a:ext cx="964369" cy="31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9AE060D-D8DF-AF5A-6A15-8FD7C3E77577}"/>
              </a:ext>
            </a:extLst>
          </p:cNvPr>
          <p:cNvSpPr/>
          <p:nvPr/>
        </p:nvSpPr>
        <p:spPr>
          <a:xfrm>
            <a:off x="1931230" y="3778149"/>
            <a:ext cx="1484027" cy="8694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FAST API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F40553A-2A9C-0D43-70B4-0DD02F454338}"/>
              </a:ext>
            </a:extLst>
          </p:cNvPr>
          <p:cNvSpPr/>
          <p:nvPr/>
        </p:nvSpPr>
        <p:spPr>
          <a:xfrm>
            <a:off x="5161613" y="3886827"/>
            <a:ext cx="1484027" cy="8694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Flask</a:t>
            </a:r>
            <a:endParaRPr lang="pt-BR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C3F4824-A642-3799-2550-BF44109D3AF2}"/>
              </a:ext>
            </a:extLst>
          </p:cNvPr>
          <p:cNvSpPr/>
          <p:nvPr/>
        </p:nvSpPr>
        <p:spPr>
          <a:xfrm>
            <a:off x="5161612" y="5568223"/>
            <a:ext cx="1484027" cy="8694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API Mercado Pago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36564DD3-2DA6-3DE1-F05F-E6107EF6FA56}"/>
              </a:ext>
            </a:extLst>
          </p:cNvPr>
          <p:cNvCxnSpPr>
            <a:cxnSpLocks/>
          </p:cNvCxnSpPr>
          <p:nvPr/>
        </p:nvCxnSpPr>
        <p:spPr>
          <a:xfrm>
            <a:off x="5866148" y="4912402"/>
            <a:ext cx="0" cy="550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6898765-48DA-8CC3-1E37-FA3264F8FD3B}"/>
              </a:ext>
            </a:extLst>
          </p:cNvPr>
          <p:cNvSpPr/>
          <p:nvPr/>
        </p:nvSpPr>
        <p:spPr>
          <a:xfrm>
            <a:off x="3415256" y="5072927"/>
            <a:ext cx="1484027" cy="8694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SupaBase</a:t>
            </a:r>
            <a:endParaRPr lang="pt-BR" dirty="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F573A4C-ED17-BB90-25DC-4BA5AE3D225B}"/>
              </a:ext>
            </a:extLst>
          </p:cNvPr>
          <p:cNvSpPr/>
          <p:nvPr/>
        </p:nvSpPr>
        <p:spPr>
          <a:xfrm>
            <a:off x="412229" y="5028579"/>
            <a:ext cx="1484027" cy="8694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FireBase</a:t>
            </a:r>
            <a:endParaRPr lang="pt-BR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3C7B7DDB-6366-3D82-9C51-42756D4911B2}"/>
              </a:ext>
            </a:extLst>
          </p:cNvPr>
          <p:cNvGrpSpPr/>
          <p:nvPr/>
        </p:nvGrpSpPr>
        <p:grpSpPr>
          <a:xfrm>
            <a:off x="1977451" y="794480"/>
            <a:ext cx="1484027" cy="869428"/>
            <a:chOff x="1977451" y="794480"/>
            <a:chExt cx="1484027" cy="869428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7C50EDFF-142F-CEAA-6507-A93098F447B7}"/>
                </a:ext>
              </a:extLst>
            </p:cNvPr>
            <p:cNvSpPr/>
            <p:nvPr/>
          </p:nvSpPr>
          <p:spPr>
            <a:xfrm>
              <a:off x="1977451" y="794480"/>
              <a:ext cx="1484027" cy="86942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      Usuário</a:t>
              </a:r>
            </a:p>
          </p:txBody>
        </p:sp>
        <p:pic>
          <p:nvPicPr>
            <p:cNvPr id="23" name="Gráfico 22" descr="Usuário com preenchimento sólido">
              <a:extLst>
                <a:ext uri="{FF2B5EF4-FFF2-40B4-BE49-F238E27FC236}">
                  <a16:creationId xmlns:a16="http://schemas.microsoft.com/office/drawing/2014/main" id="{14E54946-D6E2-0DEB-2656-4AF64AFE1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77451" y="959370"/>
              <a:ext cx="517160" cy="517160"/>
            </a:xfrm>
            <a:prstGeom prst="rect">
              <a:avLst/>
            </a:prstGeom>
          </p:spPr>
        </p:pic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37B281CF-8325-E5A8-16BD-85E05B110A4B}"/>
              </a:ext>
            </a:extLst>
          </p:cNvPr>
          <p:cNvGrpSpPr/>
          <p:nvPr/>
        </p:nvGrpSpPr>
        <p:grpSpPr>
          <a:xfrm>
            <a:off x="8730524" y="794481"/>
            <a:ext cx="1747601" cy="869428"/>
            <a:chOff x="1977451" y="794480"/>
            <a:chExt cx="1484027" cy="869428"/>
          </a:xfrm>
        </p:grpSpPr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7E23A97F-F42A-A24C-32A7-E9668BEF6ABB}"/>
                </a:ext>
              </a:extLst>
            </p:cNvPr>
            <p:cNvSpPr/>
            <p:nvPr/>
          </p:nvSpPr>
          <p:spPr>
            <a:xfrm>
              <a:off x="1977451" y="794480"/>
              <a:ext cx="1484027" cy="86942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         Prestador</a:t>
              </a:r>
            </a:p>
          </p:txBody>
        </p:sp>
        <p:pic>
          <p:nvPicPr>
            <p:cNvPr id="27" name="Gráfico 26" descr="Usuário com preenchimento sólido">
              <a:extLst>
                <a:ext uri="{FF2B5EF4-FFF2-40B4-BE49-F238E27FC236}">
                  <a16:creationId xmlns:a16="http://schemas.microsoft.com/office/drawing/2014/main" id="{37FCCD19-B500-047F-BA34-6A0C52828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77451" y="959370"/>
              <a:ext cx="517160" cy="517160"/>
            </a:xfrm>
            <a:prstGeom prst="rect">
              <a:avLst/>
            </a:prstGeom>
          </p:spPr>
        </p:pic>
      </p:grp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4EB4ED0A-8CCB-9F13-5DE8-470D507975CE}"/>
              </a:ext>
            </a:extLst>
          </p:cNvPr>
          <p:cNvSpPr/>
          <p:nvPr/>
        </p:nvSpPr>
        <p:spPr>
          <a:xfrm>
            <a:off x="8794854" y="2559572"/>
            <a:ext cx="1618940" cy="8694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Front-</a:t>
            </a:r>
            <a:r>
              <a:rPr lang="pt-BR" dirty="0" err="1"/>
              <a:t>end</a:t>
            </a:r>
            <a:endParaRPr lang="pt-BR" dirty="0"/>
          </a:p>
          <a:p>
            <a:pPr algn="ctr"/>
            <a:r>
              <a:rPr lang="pt-BR" dirty="0" err="1"/>
              <a:t>React</a:t>
            </a:r>
            <a:r>
              <a:rPr lang="pt-BR" dirty="0"/>
              <a:t> </a:t>
            </a:r>
            <a:r>
              <a:rPr lang="pt-BR" dirty="0" err="1"/>
              <a:t>Native</a:t>
            </a:r>
            <a:endParaRPr lang="pt-BR" dirty="0"/>
          </a:p>
        </p:txBody>
      </p: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3ED1976D-9C40-B749-DCF0-881BB5F77CF8}"/>
              </a:ext>
            </a:extLst>
          </p:cNvPr>
          <p:cNvCxnSpPr>
            <a:cxnSpLocks/>
          </p:cNvCxnSpPr>
          <p:nvPr/>
        </p:nvCxnSpPr>
        <p:spPr>
          <a:xfrm flipH="1">
            <a:off x="3226633" y="3419636"/>
            <a:ext cx="469690" cy="199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5365FC36-0A80-D3DA-A968-DE839BD48332}"/>
              </a:ext>
            </a:extLst>
          </p:cNvPr>
          <p:cNvCxnSpPr>
            <a:cxnSpLocks/>
          </p:cNvCxnSpPr>
          <p:nvPr/>
        </p:nvCxnSpPr>
        <p:spPr>
          <a:xfrm>
            <a:off x="4930515" y="3490213"/>
            <a:ext cx="542144" cy="3366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3EF06D8D-CD4E-CE36-FE90-F1E134605970}"/>
              </a:ext>
            </a:extLst>
          </p:cNvPr>
          <p:cNvCxnSpPr>
            <a:cxnSpLocks/>
          </p:cNvCxnSpPr>
          <p:nvPr/>
        </p:nvCxnSpPr>
        <p:spPr>
          <a:xfrm>
            <a:off x="3461478" y="4271574"/>
            <a:ext cx="495924" cy="757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0AF6BDED-573B-1794-FDCC-E3A9ADD90253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1154243" y="4321541"/>
            <a:ext cx="694542" cy="707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F27E5425-16B6-AF2A-607C-A18DE845F56B}"/>
              </a:ext>
            </a:extLst>
          </p:cNvPr>
          <p:cNvCxnSpPr>
            <a:cxnSpLocks/>
          </p:cNvCxnSpPr>
          <p:nvPr/>
        </p:nvCxnSpPr>
        <p:spPr>
          <a:xfrm flipH="1">
            <a:off x="6808029" y="3619504"/>
            <a:ext cx="2531506" cy="2166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20FE9EDE-27F1-B0C4-D1D2-D10639B11B03}"/>
              </a:ext>
            </a:extLst>
          </p:cNvPr>
          <p:cNvCxnSpPr>
            <a:cxnSpLocks/>
          </p:cNvCxnSpPr>
          <p:nvPr/>
        </p:nvCxnSpPr>
        <p:spPr>
          <a:xfrm>
            <a:off x="9634967" y="1742918"/>
            <a:ext cx="0" cy="797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6941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</Words>
  <Application>Microsoft Office PowerPoint</Application>
  <PresentationFormat>Widescreen</PresentationFormat>
  <Paragraphs>14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DELTA</dc:creator>
  <cp:lastModifiedBy>DELTA</cp:lastModifiedBy>
  <cp:revision>1</cp:revision>
  <dcterms:created xsi:type="dcterms:W3CDTF">2025-09-29T16:40:44Z</dcterms:created>
  <dcterms:modified xsi:type="dcterms:W3CDTF">2025-09-29T17:01:21Z</dcterms:modified>
</cp:coreProperties>
</file>